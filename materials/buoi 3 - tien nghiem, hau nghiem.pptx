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sldIdLst>
    <p:sldId id="256" r:id="rId2"/>
    <p:sldId id="282" r:id="rId3"/>
    <p:sldId id="283" r:id="rId4"/>
    <p:sldId id="284" r:id="rId5"/>
    <p:sldId id="26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08330C-B4E0-4A55-83BD-FE8DA70D9D87}">
          <p14:sldIdLst>
            <p14:sldId id="256"/>
          </p14:sldIdLst>
        </p14:section>
        <p14:section name="Untitled Section" id="{DBFA0D4C-838B-45C2-8C4B-C0D5D516A6AA}">
          <p14:sldIdLst>
            <p14:sldId id="282"/>
            <p14:sldId id="283"/>
            <p14:sldId id="284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6" d="100"/>
          <a:sy n="66" d="100"/>
        </p:scale>
        <p:origin x="56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130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10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93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707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6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976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35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81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366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980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87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5677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7130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995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38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035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71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005785-1C94-4EA9-B929-2CCD955333F7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BFB1E8-4A6F-4D0D-9F94-8F8A42A69B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802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  <p:sldLayoutId id="2147483844" r:id="rId13"/>
    <p:sldLayoutId id="2147483845" r:id="rId14"/>
    <p:sldLayoutId id="2147483846" r:id="rId15"/>
    <p:sldLayoutId id="2147483847" r:id="rId16"/>
    <p:sldLayoutId id="2147483848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3" y="1122363"/>
            <a:ext cx="9561889" cy="23876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UVN Saigon" panose="00000400000000000000" pitchFamily="2" charset="0"/>
              </a:rPr>
              <a:t>Tiên nghiệm – hậu nghiệm likelihood</a:t>
            </a:r>
            <a:endParaRPr lang="en-US" b="1" dirty="0">
              <a:latin typeface="UVN Saigon" panose="000004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1983" y="3942631"/>
            <a:ext cx="8791575" cy="1655762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Lê Phúc Lữ, IUH 2022</a:t>
            </a:r>
          </a:p>
          <a:p>
            <a:pPr algn="ctr"/>
            <a:r>
              <a:rPr lang="en-US" dirty="0" smtClean="0"/>
              <a:t>Khoa học dữ liệu K15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11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864" y="172229"/>
            <a:ext cx="9305392" cy="650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71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219" y="825211"/>
            <a:ext cx="9210675" cy="512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00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611" y="46251"/>
            <a:ext cx="7533842" cy="6811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439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537" y="2514695"/>
            <a:ext cx="9905998" cy="1478570"/>
          </a:xfrm>
        </p:spPr>
        <p:txBody>
          <a:bodyPr>
            <a:normAutofit/>
          </a:bodyPr>
          <a:lstStyle/>
          <a:p>
            <a:pPr algn="ctr"/>
            <a:r>
              <a:rPr lang="en-US" sz="5000" b="1" dirty="0" smtClean="0"/>
              <a:t>Q &amp; A</a:t>
            </a:r>
            <a:endParaRPr lang="en-US" sz="5000" b="1" dirty="0"/>
          </a:p>
        </p:txBody>
      </p:sp>
    </p:spTree>
    <p:extLst>
      <p:ext uri="{BB962C8B-B14F-4D97-AF65-F5344CB8AC3E}">
        <p14:creationId xmlns:p14="http://schemas.microsoft.com/office/powerpoint/2010/main" val="2322547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1143</TotalTime>
  <Words>20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Trebuchet MS</vt:lpstr>
      <vt:lpstr>Tw Cen MT</vt:lpstr>
      <vt:lpstr>UVN Saigon</vt:lpstr>
      <vt:lpstr>Circuit</vt:lpstr>
      <vt:lpstr>Tiên nghiệm – hậu nghiệm likelihood</vt:lpstr>
      <vt:lpstr>PowerPoint Presentation</vt:lpstr>
      <vt:lpstr>PowerPoint Presentation</vt:lpstr>
      <vt:lpstr>PowerPoint Presentation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GIỚI THIỆU VỀ BAYESIAN ANALYSIS</dc:title>
  <dc:creator>Lữ Lê Phúc</dc:creator>
  <cp:lastModifiedBy>Admin</cp:lastModifiedBy>
  <cp:revision>81</cp:revision>
  <dcterms:created xsi:type="dcterms:W3CDTF">2022-08-11T15:14:01Z</dcterms:created>
  <dcterms:modified xsi:type="dcterms:W3CDTF">2024-01-07T19:40:24Z</dcterms:modified>
</cp:coreProperties>
</file>