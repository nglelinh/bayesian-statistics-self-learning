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8" r:id="rId11"/>
    <p:sldId id="266" r:id="rId12"/>
    <p:sldId id="267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08330C-B4E0-4A55-83BD-FE8DA70D9D87}">
          <p14:sldIdLst>
            <p14:sldId id="256"/>
            <p14:sldId id="257"/>
            <p14:sldId id="258"/>
            <p14:sldId id="259"/>
            <p14:sldId id="261"/>
            <p14:sldId id="262"/>
            <p14:sldId id="263"/>
            <p14:sldId id="264"/>
            <p14:sldId id="265"/>
            <p14:sldId id="268"/>
            <p14:sldId id="266"/>
            <p14:sldId id="267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5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3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3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0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6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7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35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8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66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80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87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5677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13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99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38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03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7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5785-1C94-4EA9-B929-2CCD955333F7}" type="datetimeFigureOut">
              <a:rPr lang="en-US" smtClean="0"/>
              <a:t>4/10/2022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80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3" y="1122363"/>
            <a:ext cx="9561889" cy="1976972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UVN Saigon" panose="00000400000000000000" pitchFamily="2" charset="0"/>
              </a:rPr>
              <a:t>Hồi quy tuyến tính</a:t>
            </a:r>
            <a:endParaRPr lang="en-US" b="1" dirty="0">
              <a:latin typeface="UVN Saigon" panose="000004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1983" y="3942631"/>
            <a:ext cx="8791575" cy="165576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Lê Phúc Lữ, IUH 2022</a:t>
            </a:r>
          </a:p>
          <a:p>
            <a:pPr algn="ctr"/>
            <a:r>
              <a:rPr lang="en-US" dirty="0" smtClean="0"/>
              <a:t>Khoa học dữ liệu K15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1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Bài toán hồi quy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dirty="0"/>
              <a:t>Giả sử chúng ta muốn mô hình biểu diễn mối quan hệ giữa hai biến x và y, thông thường </a:t>
            </a:r>
            <a:r>
              <a:rPr lang="vi-VN" dirty="0" smtClean="0"/>
              <a:t>ta mu</a:t>
            </a:r>
            <a:r>
              <a:rPr lang="en-US" dirty="0" smtClean="0"/>
              <a:t>ố</a:t>
            </a:r>
            <a:r>
              <a:rPr lang="vi-VN" dirty="0" smtClean="0"/>
              <a:t>n </a:t>
            </a:r>
            <a:r>
              <a:rPr lang="vi-VN" dirty="0"/>
              <a:t>sử dụng giá trị của x giúp dự báo giá trị y thông qua sử dụng mối quan hệ giữa hai biến x và y nêu ở trên. Dữ liệu bao gồm n quan sát có dạng (xi, yi) và trong trường hợp tuyến </a:t>
            </a:r>
            <a:r>
              <a:rPr lang="vi-VN" dirty="0" smtClean="0"/>
              <a:t>tính</a:t>
            </a:r>
            <a:r>
              <a:rPr lang="en-US" dirty="0" smtClean="0"/>
              <a:t> và </a:t>
            </a:r>
            <a:r>
              <a:rPr lang="vi-VN" dirty="0" smtClean="0"/>
              <a:t>nó </a:t>
            </a:r>
            <a:r>
              <a:rPr lang="vi-VN" dirty="0"/>
              <a:t>sẽ có dạng</a:t>
            </a:r>
          </a:p>
          <a:p>
            <a:pPr marL="0" indent="0" algn="ctr">
              <a:buNone/>
            </a:pPr>
            <a:r>
              <a:rPr lang="vi-VN" dirty="0"/>
              <a:t>y = a + bx + </a:t>
            </a:r>
            <a:r>
              <a:rPr lang="vi-VN" dirty="0" smtClean="0"/>
              <a:t>epsilon</a:t>
            </a:r>
            <a:r>
              <a:rPr lang="en-US" dirty="0" smtClean="0"/>
              <a:t>,</a:t>
            </a:r>
            <a:endParaRPr lang="vi-VN" dirty="0"/>
          </a:p>
          <a:p>
            <a:pPr marL="0" indent="0">
              <a:buNone/>
            </a:pPr>
            <a:r>
              <a:rPr lang="vi-VN" dirty="0"/>
              <a:t>với epsilon là sai số, tuân theo phân phối chuẩn có mean = 0.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71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BÀI TOÁN HỒI QUY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Dùng phương pháp bình phương cực tiểu, ta tìm được công thức tính hệ số góc </a:t>
            </a:r>
            <a:r>
              <a:rPr lang="vi-VN" dirty="0" smtClean="0"/>
              <a:t>là: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vi-VN" dirty="0" smtClean="0"/>
              <a:t>b </a:t>
            </a:r>
            <a:r>
              <a:rPr lang="vi-VN" dirty="0"/>
              <a:t>= (mean của tích - tích các mean) / </a:t>
            </a: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vi-VN" dirty="0" smtClean="0"/>
              <a:t>(</a:t>
            </a:r>
            <a:r>
              <a:rPr lang="vi-VN" dirty="0"/>
              <a:t>mean của x bình - bình của x mean</a:t>
            </a:r>
            <a:r>
              <a:rPr lang="vi-VN" dirty="0" smtClean="0"/>
              <a:t>)</a:t>
            </a:r>
            <a:r>
              <a:rPr lang="en-US" dirty="0" smtClean="0"/>
              <a:t>,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 = y mean – b. (x mean).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420" y="3311191"/>
            <a:ext cx="2505075" cy="12287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469" y="5133975"/>
            <a:ext cx="3360836" cy="105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71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CÁC GIẢ 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/>
              <a:t>Phương pháp least square là non-parametric vì nó không quan tâm đến phân bố xác suất của data. Nó có thể áp dụng cho mọi loại data có 2 chiều, và ta không thể sử dụng các inference về slope/intercept. Để làm được điều đó, ta cần có thêm một số giả định:</a:t>
            </a:r>
          </a:p>
          <a:p>
            <a:pPr marL="0" indent="0">
              <a:buNone/>
            </a:pPr>
            <a:r>
              <a:rPr lang="vi-VN" dirty="0"/>
              <a:t>1. Giả sử về mean: mean của y|x là một hàm tuyến tính theo x, tức là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595" y="4813883"/>
            <a:ext cx="8851631" cy="84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1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Các giả định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1992429"/>
            <a:ext cx="9905999" cy="37987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2. Giả định về error. Các quan sát có error là phân phối chuẩn với mean = 0, với cùng một variance. </a:t>
            </a:r>
          </a:p>
          <a:p>
            <a:pPr marL="0" indent="0">
              <a:buNone/>
            </a:pPr>
            <a:r>
              <a:rPr lang="en-US" dirty="0"/>
              <a:t>3. Giả định về tính độc lập. Các error của các quan sát là </a:t>
            </a:r>
            <a:r>
              <a:rPr lang="en-US" dirty="0" smtClean="0"/>
              <a:t>đôi một độc </a:t>
            </a:r>
            <a:r>
              <a:rPr lang="en-US" dirty="0"/>
              <a:t>lập nhau.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186" y="4252411"/>
            <a:ext cx="817245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85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JoinT likelihood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Đối với 1 quan sát: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Đối với 1 sample với nhiều quan sát: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873" y="1954005"/>
            <a:ext cx="6762549" cy="9833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073" y="4020344"/>
            <a:ext cx="9210675" cy="113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93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JoinT likelihood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Tiếp tục biến đổi, ta thu được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65" y="3041583"/>
            <a:ext cx="9125436" cy="304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317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Joint prior - posterior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Tương tự trên, ta cũng có đẳng thức sau với prior: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Còn với posterior: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trong đó data = tập hợp các cặp (xi, yi).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393" y="2892994"/>
            <a:ext cx="3548166" cy="6298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191" y="3991175"/>
            <a:ext cx="7986261" cy="70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572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prior - posterior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Nếu xét tiên nghiệm cho </a:t>
            </a:r>
            <a:r>
              <a:rPr lang="en-US" dirty="0" smtClean="0"/>
              <a:t>beta, cho alpha_x là  </a:t>
            </a:r>
            <a:r>
              <a:rPr lang="en-US" dirty="0"/>
              <a:t>là: </a:t>
            </a:r>
            <a:r>
              <a:rPr lang="en-US" dirty="0" smtClean="0"/>
              <a:t>                        và                          thì hậu nghiệm cho beta, alpha_x là: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669" y="3850001"/>
            <a:ext cx="3888606" cy="23303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5433" y="2176901"/>
            <a:ext cx="2126735" cy="5240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522" y="3849834"/>
            <a:ext cx="4632143" cy="233054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7537" y="2787617"/>
            <a:ext cx="2278447" cy="45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00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640" y="2131678"/>
            <a:ext cx="5420490" cy="732499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286" y="302548"/>
            <a:ext cx="4899259" cy="63436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640" y="3170715"/>
            <a:ext cx="5431356" cy="6073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640" y="4084615"/>
            <a:ext cx="46767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253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Ví 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Hãy tính các phân phối hậu nghiệm của bata, alpha_x.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319" y="2249487"/>
            <a:ext cx="10052184" cy="13427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19" y="3385311"/>
            <a:ext cx="10052184" cy="94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765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Ví dụ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768" y="1705769"/>
            <a:ext cx="6162675" cy="23145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768" y="4020344"/>
            <a:ext cx="6162675" cy="229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030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Khoảng tin cậy cho slope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Trong trường hợp ta muốn tìm khoảng tin cậy (1-alpha).100% cho hậu nghiệm beta:</a:t>
            </a:r>
          </a:p>
          <a:p>
            <a:pPr marL="0" indent="0">
              <a:buNone/>
            </a:pPr>
            <a:r>
              <a:rPr lang="en-US" dirty="0" smtClean="0"/>
              <a:t>1) Nếu đã biết phương sai:</a:t>
            </a:r>
          </a:p>
          <a:p>
            <a:pPr marL="0" indent="0">
              <a:buNone/>
            </a:pPr>
            <a:r>
              <a:rPr lang="en-US" dirty="0" smtClean="0"/>
              <a:t>2) Nếu chưa biết phương sai: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Chú ý rằng theo thống kê cổ điển thì công thức là  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138" y="3016459"/>
            <a:ext cx="2124075" cy="6800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138" y="3863433"/>
            <a:ext cx="2124075" cy="6000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719" y="4885723"/>
            <a:ext cx="18097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273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Đa biến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430" y="1737446"/>
            <a:ext cx="7704070" cy="489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862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4411" y="161439"/>
            <a:ext cx="9905998" cy="1478570"/>
          </a:xfrm>
        </p:spPr>
        <p:txBody>
          <a:bodyPr/>
          <a:lstStyle/>
          <a:p>
            <a:r>
              <a:rPr lang="en-US" dirty="0" smtClean="0"/>
              <a:t>Dạng ma trận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243" y="1399716"/>
            <a:ext cx="7120473" cy="524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140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2510</TotalTime>
  <Words>437</Words>
  <Application>Microsoft Office PowerPoint</Application>
  <PresentationFormat>Widescreen</PresentationFormat>
  <Paragraphs>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Trebuchet MS</vt:lpstr>
      <vt:lpstr>Tw Cen MT</vt:lpstr>
      <vt:lpstr>UVN Saigon</vt:lpstr>
      <vt:lpstr>Circuit</vt:lpstr>
      <vt:lpstr>Hồi quy tuyến tính</vt:lpstr>
      <vt:lpstr>Bài toán hồi quy</vt:lpstr>
      <vt:lpstr>BÀI TOÁN HỒI QUY</vt:lpstr>
      <vt:lpstr>CÁC GIẢ ĐỊNH</vt:lpstr>
      <vt:lpstr>Các giả định</vt:lpstr>
      <vt:lpstr>JoinT likelihood</vt:lpstr>
      <vt:lpstr>JoinT likelihood</vt:lpstr>
      <vt:lpstr>Joint prior - posterior</vt:lpstr>
      <vt:lpstr>Joint prior - posterior</vt:lpstr>
      <vt:lpstr>PowerPoint Presentation</vt:lpstr>
      <vt:lpstr>Ví dụ</vt:lpstr>
      <vt:lpstr>Ví dụ</vt:lpstr>
      <vt:lpstr>Khoảng tin cậy cho slope</vt:lpstr>
      <vt:lpstr>Đa biến</vt:lpstr>
      <vt:lpstr>Dạng ma trận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VỀ BAYESIAN ANALYSIS</dc:title>
  <dc:creator>Lữ Lê Phúc</dc:creator>
  <cp:lastModifiedBy>Lữ Lê Phúc</cp:lastModifiedBy>
  <cp:revision>221</cp:revision>
  <dcterms:created xsi:type="dcterms:W3CDTF">2022-08-11T15:14:01Z</dcterms:created>
  <dcterms:modified xsi:type="dcterms:W3CDTF">2022-10-04T18:07:08Z</dcterms:modified>
</cp:coreProperties>
</file>